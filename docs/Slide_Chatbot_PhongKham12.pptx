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73" r:id="rId5"/>
    <p:sldId id="274" r:id="rId6"/>
    <p:sldId id="261" r:id="rId7"/>
    <p:sldId id="275" r:id="rId8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0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070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015A8-7EA5-B9BC-FCFA-98C0A222F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F262B-9296-3C25-B59C-849C54F66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F0BCC-C36A-D98F-B218-B69EC783B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2F3CB-3783-FF3B-E8EE-861F014514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369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2C76F-B64A-8ED9-32B1-9365CF8CE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1AB78-681A-EBD4-51D7-FD0404EDE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4C209-7C2C-BEA8-D0C0-B9D73BB75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A3A5C-5C86-C2FC-23A7-388942715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69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BECC9-0069-62AF-1E4E-FC8484D5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30FA29-5E59-DAA0-EF78-2655FCF47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D5608-AED0-C60E-3C26-1A4D883A8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38AC7-4AD0-B268-A4C0-18F76ABD08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08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Viện Công nghệ Thông tin và Truyền thông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PHÒNG KHÁM GIA ĐÌNH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Môn: Phương pháp Agile và Tư duy Thiết kế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GVHD: TS. Vũ Thị Hương Giang, TS. Trần Nhật Hóa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viên: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Đồng Hoàng - 20252616M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Nhật Linh - 20252732M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Vũ Xuân Dự - 20252731M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Kiều Thái Thịnh - 20252605M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LỤC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</a:t>
            </a:r>
            <a:r>
              <a:rPr lang="en-US" sz="9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1: Tổng quan Agile &amp; Design Thinking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2: Nguyên lý phát triển linh hoạt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3: Thấu cảm và xác định vấn đề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4: Hình thành ý tưởng, Prototype &amp; Kiểm thử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5: Triển khai phát triển &amp; Tích hợp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6: Vận hành và cải tiến liên tục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sản phẩm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1: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Agile &amp; Design Thinking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</a:t>
            </a:r>
            <a:r>
              <a:rPr lang="en-US" sz="9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2BA377-635F-AACE-C79D-56114D730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45" y="930592"/>
            <a:ext cx="5731510" cy="4996815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90FB5621-68CC-8B13-CAC5-EF17FDF6A7CF}"/>
              </a:ext>
            </a:extLst>
          </p:cNvPr>
          <p:cNvSpPr/>
          <p:nvPr/>
        </p:nvSpPr>
        <p:spPr>
          <a:xfrm>
            <a:off x="2912444" y="6090586"/>
            <a:ext cx="3319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Skateholder</a:t>
            </a: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Mapping</a:t>
            </a:r>
          </a:p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70614-4163-2F2D-42D9-C780F57DC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6BC940-1431-F3A9-3832-9F716757B86E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254D1B-F707-27F4-04CC-81D623B089F3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1: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Agile &amp; Design Thinking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CACD1E-3328-7B8A-489A-5EFF8A4C68FA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DE9746-6F39-4A55-C167-1F3E8CB8C194}"/>
              </a:ext>
            </a:extLst>
          </p:cNvPr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</a:t>
            </a:r>
            <a:r>
              <a:rPr lang="en-US" sz="9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1F2484-7908-AED9-D3D6-523B523D4305}"/>
              </a:ext>
            </a:extLst>
          </p:cNvPr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710F0F0E-355C-2E77-A8F3-028982E7460E}"/>
              </a:ext>
            </a:extLst>
          </p:cNvPr>
          <p:cNvSpPr/>
          <p:nvPr/>
        </p:nvSpPr>
        <p:spPr>
          <a:xfrm>
            <a:off x="635267" y="971049"/>
            <a:ext cx="3319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Problem List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488572-0942-BAB9-DB9E-A657A52D6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380" y="1366186"/>
            <a:ext cx="5745480" cy="48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432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39A91-A18C-EB4F-8332-4483EE710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CA291E-79A5-3D3A-77B2-F057DE940D49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797E2B-9E9F-73C4-CFD2-9EAA6CD7D10E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1: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Agile &amp; Design Thinking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83DA55-8148-9650-38B4-79A12DFA5F92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0C2803-4B05-E00E-F59A-BE4BAD421785}"/>
              </a:ext>
            </a:extLst>
          </p:cNvPr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</a:t>
            </a:r>
            <a:r>
              <a:rPr lang="en-US" sz="9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26D65A-9A13-C331-F11A-AA20BEF1A2A4}"/>
              </a:ext>
            </a:extLst>
          </p:cNvPr>
          <p:cNvSpPr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C9B60E75-A1A9-FC24-6EE3-25FE7A9A6E47}"/>
              </a:ext>
            </a:extLst>
          </p:cNvPr>
          <p:cNvSpPr/>
          <p:nvPr/>
        </p:nvSpPr>
        <p:spPr>
          <a:xfrm>
            <a:off x="635267" y="971049"/>
            <a:ext cx="3319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9D1148-6F4C-47C8-6B3C-3DDA239C2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67" y="1198132"/>
            <a:ext cx="7507706" cy="689036"/>
          </a:xfrm>
          <a:prstGeom prst="rect">
            <a:avLst/>
          </a:prstGeom>
        </p:spPr>
      </p:pic>
      <p:pic>
        <p:nvPicPr>
          <p:cNvPr id="1026" name="Picture 2" descr="FV@HOME: Mang dịch vụ chăm sóc sức khỏe đẳng cấp về nhà - Chỉ với một chạm  - Bệnh Viện FV">
            <a:extLst>
              <a:ext uri="{FF2B5EF4-FFF2-40B4-BE49-F238E27FC236}">
                <a16:creationId xmlns:a16="http://schemas.microsoft.com/office/drawing/2014/main" id="{5E3D70BA-E91B-2956-BEEB-4CDE10555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593" y="2485327"/>
            <a:ext cx="4330816" cy="288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807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2: Nguyên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</a:t>
            </a:r>
            <a:r>
              <a:rPr lang="en-US" sz="9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</a:t>
            </a:r>
            <a:endParaRPr lang="en-US" sz="9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08AA52-65D1-4DA3-58A4-E09F32486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639262"/>
              </p:ext>
            </p:extLst>
          </p:nvPr>
        </p:nvGraphicFramePr>
        <p:xfrm>
          <a:off x="834189" y="1532021"/>
          <a:ext cx="7475623" cy="4729996"/>
        </p:xfrm>
        <a:graphic>
          <a:graphicData uri="http://schemas.openxmlformats.org/drawingml/2006/table">
            <a:tbl>
              <a:tblPr firstRow="1" firstCol="1" bandRow="1"/>
              <a:tblGrid>
                <a:gridCol w="2127210">
                  <a:extLst>
                    <a:ext uri="{9D8B030D-6E8A-4147-A177-3AD203B41FA5}">
                      <a16:colId xmlns:a16="http://schemas.microsoft.com/office/drawing/2014/main" val="2960331644"/>
                    </a:ext>
                  </a:extLst>
                </a:gridCol>
                <a:gridCol w="972439">
                  <a:extLst>
                    <a:ext uri="{9D8B030D-6E8A-4147-A177-3AD203B41FA5}">
                      <a16:colId xmlns:a16="http://schemas.microsoft.com/office/drawing/2014/main" val="2750446191"/>
                    </a:ext>
                  </a:extLst>
                </a:gridCol>
                <a:gridCol w="4375974">
                  <a:extLst>
                    <a:ext uri="{9D8B030D-6E8A-4147-A177-3AD203B41FA5}">
                      <a16:colId xmlns:a16="http://schemas.microsoft.com/office/drawing/2014/main" val="3890137110"/>
                    </a:ext>
                  </a:extLst>
                </a:gridCol>
              </a:tblGrid>
              <a:tr h="2539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Vai trò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Số người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Người phụ trách chính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106141"/>
                  </a:ext>
                </a:extLst>
              </a:tr>
              <a:tr h="52776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Product Owner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Đại diện nghiệp vụ/định hướng sản phẩm HealthCare AI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813114"/>
                  </a:ext>
                </a:extLst>
              </a:tr>
              <a:tr h="253942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Scrum Master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Điều phối quy trình Scrum và gỡ blocker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437286"/>
                  </a:ext>
                </a:extLst>
              </a:tr>
              <a:tr h="52776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Business Analyst / UX Researcher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Thu thập insight, xây user flow, kiểm chứng nhu cầu người dùng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37042"/>
                  </a:ext>
                </a:extLst>
              </a:tr>
              <a:tr h="52776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UI/UX Designer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Thiết kế màn hình, chatbot flow và trải nghiệm cho người dùng ít rành công nghệ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894493"/>
                  </a:ext>
                </a:extLst>
              </a:tr>
              <a:tr h="52776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AI / Backend Developer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Xử lý logic chatbot, dữ liệu hồ sơ, tủ thuốc, chỉ số và tích hợp dịch vụ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971218"/>
                  </a:ext>
                </a:extLst>
              </a:tr>
              <a:tr h="52776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Frontend / Mobile / Chatbot Developer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Xây giao diện người dùng và luồng hội thoại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245248"/>
                  </a:ext>
                </a:extLst>
              </a:tr>
              <a:tr h="52776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QA / Tester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Kiểm thử logic, hành trình người dùng và các tình huống rủi ro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006825"/>
                  </a:ext>
                </a:extLst>
              </a:tr>
              <a:tr h="52776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Clinical Advisor (part-time)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0.5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Rà soát nội dung y khoa cơ bản, cảnh báo và ngưỡng chuyển tuyến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34533"/>
                  </a:ext>
                </a:extLst>
              </a:tr>
              <a:tr h="52776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DevOps / System Admin (part-time)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0.5-1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Deploy, monitoring, logs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và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bảo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mật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hệ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thống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1940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43A0F39-5442-B0AE-7894-94EDCDC0687E}"/>
              </a:ext>
            </a:extLst>
          </p:cNvPr>
          <p:cNvSpPr txBox="1"/>
          <p:nvPr/>
        </p:nvSpPr>
        <p:spPr>
          <a:xfrm>
            <a:off x="2598821" y="976782"/>
            <a:ext cx="394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Scrum Team 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DECB2-B7EA-0D18-1F56-248509C01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0AB841-B1BF-2651-3AD2-874E8304D337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E1E532-FF99-CE6D-EFA1-CAEB730B16B4}"/>
              </a:ext>
            </a:extLst>
          </p:cNvPr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2: Nguyên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9333BE-F8BE-805D-E692-77AF2D6CBF18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8B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D4180B2-8471-38B9-14A6-2BBDF50F2AD4}"/>
              </a:ext>
            </a:extLst>
          </p:cNvPr>
          <p:cNvSpPr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học Bách khoa Hà Nội | </a:t>
            </a:r>
            <a:r>
              <a:rPr lang="en-US" sz="9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</a:t>
            </a:r>
            <a:endParaRPr lang="en-US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26616-BAC2-3131-2C00-F5BA4587CC1D}"/>
              </a:ext>
            </a:extLst>
          </p:cNvPr>
          <p:cNvSpPr txBox="1"/>
          <p:nvPr/>
        </p:nvSpPr>
        <p:spPr>
          <a:xfrm>
            <a:off x="3192378" y="1000381"/>
            <a:ext cx="3946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Working Agreement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80DE85-4995-E009-864A-2AD8AE0E0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05" y="1508659"/>
            <a:ext cx="7844590" cy="454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113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419</Words>
  <Application>Microsoft Office PowerPoint</Application>
  <PresentationFormat>On-screen Show (4:3)</PresentationFormat>
  <Paragraphs>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Nhóm 10</dc:creator>
  <cp:lastModifiedBy>Thịnh Kiều Thái</cp:lastModifiedBy>
  <cp:revision>3</cp:revision>
  <dcterms:created xsi:type="dcterms:W3CDTF">2026-04-24T16:35:41Z</dcterms:created>
  <dcterms:modified xsi:type="dcterms:W3CDTF">2026-04-24T17:11:51Z</dcterms:modified>
</cp:coreProperties>
</file>