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 Product Vision &amp; Themes → Epics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6492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ĐHBK Hà Nội | Chương 5 – Triển khai Agile | Nhóm 10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8229600" cy="822960"/>
          </a:xfrm>
          <a:prstGeom prst="round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Vision: Tạo ra "Trợ lý Y khoa số" trực 24/7, giúp gia đình tự chẩn đoán sơ bộ và kết nối dịch vụ y tế nhờ AI tạo sinh (Google Gemini).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822960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 1 – AI Chatbot &amp; Trợ lý CSSK: Tư vấn triệu chứng, phân tích ảnh y khoa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 2 – Quản lý Khám bệnh: Đặt lịch bác sĩ, quy trình cấp cứu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 3 – Hồ sơ Sức khỏe: Lịch sử khám, nhắc thuốc, chỉ số cá nhân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Phân rã Epics: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Epic 1.1: Trợ lý Tra cứu Y tế Thông minh (US-01, US-02)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Epic 2.1: Đặt Lịch Khám Điện Tử (US-03, US-04)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Epic 3.1: Dashboard Hồ sơ Sức khỏe (US-05, US-06, US-07)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 User Stories &amp; Acceptance Criteria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6492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ĐHBK Hà Nội | Chương 5 – Triển khai Agile | Nhóm 10</a:t>
            </a:r>
            <a:endParaRPr lang="en-US" sz="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97280"/>
          <a:ext cx="859536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2926080"/>
                <a:gridCol w="3657600"/>
                <a:gridCol w="5486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 Story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 (Given-When-Then)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US-01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Người bệnh nhắn tin mô tả triệu chứng → nhận tư vấn 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When gửi tin → Then AI phản hồi kèm cảnh báo y tế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US-02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Người cao tuổi gửi hình ảnh vết thương/toa thuốc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When upload ảnh → Then AI trích xuất + chẩn đoán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US-03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Đặt lịch khám qua hội thoại (không điền form)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When nói "đặt lịch" → Then Bot hỏi ngày/BS + lưu DB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US-04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Xem lại lịch sử chat / tư vấn cũ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Then hiển thị danh sách buổi trò chuyện theo thời gian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4389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Tổng Story Points Sprint 1: 21 SP  |  Velocity kỳ vọng: 20 SP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5.3 Prioritized Backlog &amp; Product Roadmap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6492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ĐHBK Hà Nội | Chương 5 – Triển khai Agile | Nhóm 10</a:t>
            </a:r>
            <a:endParaRPr lang="en-US" sz="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1051560"/>
          <a:ext cx="877824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3200400"/>
                <a:gridCol w="731520"/>
                <a:gridCol w="731520"/>
                <a:gridCol w="731520"/>
                <a:gridCol w="1645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Chức năng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Value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Effort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Score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Priority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US-01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Chat AI tư vấn triệu chứng (Gemini)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 – Sprint 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US-02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Upload + Phân tích ảnh (Vision AI)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 – Sprint 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US-03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Đặt lịch khám qua hội thoại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P2 – Sprint 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US-05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Dashboard Hồ sơ + Nhắc thuốc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P2 – Sprint 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US-06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Voice Input (Speech-to-Text)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P3 – Sau MVP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3657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Roadmap (3 Releases / 1 tháng):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4114800"/>
            <a:ext cx="822960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1.0 (MVP – Tuần 2): Kiến trúc React+Express, Chat AI Text+Image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1.1 (Alpha – Tuần 3): Dashboard, Lịch sử chat, Voice UI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2.0 (Beta – Tuần 4): Đóng gói, Testing, Fix bugs, Demo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5.5 Sprint 1 Planning &amp; Backlog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6492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ĐHBK Hà Nội | Chương 5 – Triển khai Agile | Nhóm 10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8229600" cy="640080"/>
          </a:xfrm>
          <a:prstGeom prst="round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Goal: Hoàn thiện API AI + Giao diện Chat tích hợp Google Gemini 2.5 Flash xử lý văn bản &amp; hình ảnh đa phương thức.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1828800"/>
          <a:ext cx="877824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4114800"/>
                <a:gridCol w="1371600"/>
                <a:gridCol w="1097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Task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Mô tả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Kỹ năng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T-1.1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Khởi tạo Monorepo: Vite (React+TS) + Express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Frontend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Done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T-1.2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Design System TailwindCSS Medical (#0d9488)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Frontend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Done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T-1.3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Cài @google/genai, bảo mật API Key (dotenv)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Backend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Done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T-1.4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 /api/chat với System Prompt y khoa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Backend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Done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T-1.5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Consultation.tsx: gửi Text + Base64 Image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Full-stack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Done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T-1.6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Floating Input Bar (Glassmorphism mobile)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Frontend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Done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5303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Duration: 7 ngày  |  Velocity: 20 SP  |  6/6 Tasks Done ✅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5.5–5.6 Scrum Events &amp; Tích hợp Khám phá–Triển khai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6492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ĐHBK Hà Nội | Chương 5 – Triển khai Agile | Nhóm 10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822960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Scrum: 15 phút/sáng – 3 câu hỏi (Đã làm? Sẽ làm? Blocker?)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Review: Demo Chat AI chạy trên localhost, kiểm chứng phân tích ảnh y khoa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Retrospective: Cần Loading Indicator, cải thiện thời gian phản hồi AI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Discovery (Khám phá liên tục):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Thử nghiệm với bạn học + gia đình → Phát hiện phải có Cảnh báo Y tế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Mọi câu chat AI đều kèm: "Đây chỉ là tư vấn, cần đến cơ sở y tế"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Delivery (Triển khai linh hoạt):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Thay đổi yêu cầu y khoa → Sửa System Prompt → AI áp dụng ngay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Build (vite build + esbuild) → Demo mọi lúc trên mọi thiết bị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Multi API Key Auto-Switching: không sợ hết quota Gemini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Nhóm 10</dc:creator>
  <cp:lastModifiedBy>Nhóm 10</cp:lastModifiedBy>
  <cp:revision>1</cp:revision>
  <dcterms:created xsi:type="dcterms:W3CDTF">2026-04-24T19:36:02Z</dcterms:created>
  <dcterms:modified xsi:type="dcterms:W3CDTF">2026-04-24T19:36:02Z</dcterms:modified>
</cp:coreProperties>
</file>